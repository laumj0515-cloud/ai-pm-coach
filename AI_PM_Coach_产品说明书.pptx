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AI PM · 面试训练系统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2E8F0"/>
                </a:solidFill>
                <a:latin typeface="Noto Sans SC"/>
              </a:defRPr>
            </a:pPr>
            <a:r>
              <a:t>AI PM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Noto Sans SC"/>
              </a:defRPr>
            </a:pPr>
            <a:r>
              <a:t>AI 面试训练系统 — 产品说明书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Noto Sans SC"/>
              </a:defRPr>
            </a:pPr>
            <a:r>
              <a:t>专为 AI 产品经理岗位设计的个性化模拟面试工具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作者：刘美姣  |  v1.0  |  React · DeepSeek API · Web Speech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01 ·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为什么需要这个工具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刘美姣，2年产品经验，家居行业转AI产品经理。一年Gap期独立开发Tempo和Mibo。求职中发现四个核心痛点：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岗位名不副实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JD写"应用层AI PM"，面试问的全是模型层问题。需要练如何识别并回应——"这不是我该答的方向"。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表达能力弱环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思维强但表达跳跃。面试时把内心逻辑密度变成信息过载，说很多但没说到点上。需训练结构化输出。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数据支撑不够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Tempo和Mibo有真实数据和产品沉淀，但面试时无法快速调用。需反复训练"用数据说话"的肌肉记忆。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377440"/>
            <a:ext cx="23774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无法模拟追问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65760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跟自己练习看不出问题。需要一个严格、会打断、会追问"不够具体"的真实面试官来对练。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02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一个记住你全部底牌的 AI 面试教练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不是问题库，而是对话引擎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它需要听懂你说了什么，判断你是否真的回答到了问题——这是最难的地方，也是最重要的。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不是鼓励型，而是严苛型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因为你对敷衍极敏感，假装满意的反馈对你没用。它会打断你、追问你、说"不够具体"。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5486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不止练表达，还练边界感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Noto Sans SC"/>
              </a:defRPr>
            </a:pPr>
            <a:r>
              <a:t>遇到模型训推、embedding这类不属于应用层PM的问题，它会告诉你"这不是你该答的方向"。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03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五步闭环训练流程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520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808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选择模式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创始人/HR/</a:t>
            </a:r>
            <a:br/>
            <a:r>
              <a:t>技术PM/薪资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229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832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120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120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AI 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120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基于你的背景</a:t>
            </a:r>
            <a:br/>
            <a:r>
              <a:t>深度追问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541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144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32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432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你回答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432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文字/语音/</a:t>
            </a:r>
            <a:br/>
            <a:r>
              <a:t>长按录音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853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456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即时点评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44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✅好的 ❌改善</a:t>
            </a:r>
            <a:br/>
            <a:r>
              <a:t>💡示范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1655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87687" y="2743200"/>
            <a:ext cx="1828800" cy="25603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0567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Noto Sans SC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0567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总结复盘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0567" y="4114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Noto Sans SC"/>
              </a:defRPr>
            </a:pPr>
            <a:r>
              <a:t>总分+逐题分析</a:t>
            </a:r>
            <a:br/>
            <a:r>
              <a:t>+薄弱追踪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04 · 面试模式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四种模式，覆盖全部面试场景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初创创始人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CEO/创始人视角</a:t>
            </a:r>
            <a:br/>
            <a:r>
              <a:t>追问你能不能独立扛事</a:t>
            </a:r>
            <a:br/>
            <a:r>
              <a:t>有没有0到1的能力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HR 面试官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HR视角</a:t>
            </a:r>
            <a:br/>
            <a:r>
              <a:t>追问gap、薪资预期</a:t>
            </a:r>
            <a:br/>
            <a:r>
              <a:t>稳定性与团队匹配度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技术PM负责人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技术产品视角</a:t>
            </a:r>
            <a:br/>
            <a:r>
              <a:t>深挖架构逻辑与AI理解</a:t>
            </a:r>
            <a:br/>
            <a:r>
              <a:t>不越界到模型层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薪资谈判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HR谈薪资模拟</a:t>
            </a:r>
            <a:br/>
            <a:r>
              <a:t>AI有隐藏预算</a:t>
            </a:r>
            <a:br/>
            <a:r>
              <a:t>你报价，看结果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05 · 核心亮点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每题即时反馈，而非一次性复盘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100584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Noto Sans SC"/>
              </a:defRPr>
            </a:pPr>
            <a:r>
              <a:t>✅ 做得好的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你用了Tempo的82%完成率来支撑论点，数据引用准确。开场先说结论再展开，逻辑结构清晰。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11880"/>
            <a:ext cx="100584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Noto Sans SC"/>
              </a:defRPr>
            </a:pPr>
            <a:r>
              <a:t>❌ 需要改善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1480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"赋能"这个词太虚，面试官听到没感觉。换成"通过五象限路由把完成率从45%拉到82%"。另外第二次追问时你绕开了问题——面试官问你为什么不是3象限，你说了一堆但没直接回答。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20640"/>
            <a:ext cx="1005840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Noto Sans SC"/>
              </a:defRPr>
            </a:pPr>
            <a:r>
              <a:t>💡 更好的答法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"我选5象限而不是3象限，是因为用户数据告诉我：Life和Work场景的问题结构完全不同，混在一起模型会输出噪音。Decision场景需要对比逻辑，Reflect场景需要反思引导——这两个本质也不一样。"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06 · 特色功能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语音通话 + 个人档案记忆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84632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🎙 语音通话模式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连续语音对话，像打电话一样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11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3秒思考停顿自动发送，不打断思路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AI回复TTS朗读，可以做家务时练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434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支持Chrome / Safari（需HTTPS）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文字模式 + 语音模式一键切换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484632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Noto Sans SC"/>
              </a:defRPr>
            </a:pPr>
            <a:r>
              <a:t>📝 个人档案记忆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背景信息注入AI system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611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Tempo / Mibo / Gap / 转行逻辑全记住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每次练习不用重新交代背景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434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可编辑档案面板，随时更新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• 全部数据存本地localStorage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07 · 为什么要做这个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通用 AI 聊天 vs AI PM Coach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286000"/>
            <a:ext cx="22860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Noto Sans SC"/>
              </a:defRPr>
            </a:pPr>
            <a:r>
              <a:t>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86000"/>
            <a:ext cx="3200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359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Noto Sans SC"/>
              </a:defRPr>
            </a:pPr>
            <a:r>
              <a:t>通用 AI 聊天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286000"/>
            <a:ext cx="4114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3591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Noto Sans SC"/>
              </a:defRPr>
            </a:pPr>
            <a:r>
              <a:t>AI PM Coach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83464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记住你的项目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83464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907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需要每次重新交代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83464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9077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档案持久注入 system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337560"/>
            <a:ext cx="22860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410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追问深度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337560"/>
            <a:ext cx="32004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410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泛泛，不针对个人弱点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337560"/>
            <a:ext cx="41148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4107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知道你的薄弱点，定向深挖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84048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913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即时反馈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84048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9136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不会主动点评每道题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84048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9136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每答即评 ✅❌💡 三色标注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4343400"/>
            <a:ext cx="22860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4165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语音通话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343400"/>
            <a:ext cx="32004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4165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不支持连续对话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343400"/>
            <a:ext cx="41148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416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持续聆听 + TTS 朗读回复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484632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919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进度追踪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84632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49194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84632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919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分数趋势 + 薄弱点标签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349240"/>
            <a:ext cx="22860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422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面试模式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5349240"/>
            <a:ext cx="32004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54223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需要手动构造 prompt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5349240"/>
            <a:ext cx="4114800" cy="45720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4223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创始人/HR/技术PM 一键切换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8720" y="5852160"/>
            <a:ext cx="22860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9253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Noto Sans SC"/>
              </a:defRPr>
            </a:pPr>
            <a:r>
              <a:t>数据隐私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852160"/>
            <a:ext cx="32004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59253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上传云端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5852160"/>
            <a:ext cx="4114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59253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Noto Sans SC"/>
              </a:defRPr>
            </a:pPr>
            <a:r>
              <a:t>✅ 全部存本地 localStorage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08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轻量、离线友好、手机优先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AI 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DeepSeek Chat API</a:t>
            </a:r>
            <a:br/>
            <a:r>
              <a:t>System prompt 注入</a:t>
            </a:r>
            <a:br/>
            <a:r>
              <a:t>个人档案+面试官人设</a:t>
            </a:r>
            <a:br/>
            <a:r>
              <a:t>每轮明确指令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语音层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Web Speech API</a:t>
            </a:r>
            <a:br/>
            <a:r>
              <a:t>SpeechRecognition</a:t>
            </a:r>
            <a:br/>
            <a:r>
              <a:t>+ SpeechSynthesis</a:t>
            </a:r>
            <a:br/>
            <a:r>
              <a:t>3秒静默自动发送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localStorage 全本地</a:t>
            </a:r>
            <a:br/>
            <a:r>
              <a:t>个人档案/API Key/</a:t>
            </a:r>
            <a:br/>
            <a:r>
              <a:t>面试记录/评分数据</a:t>
            </a:r>
            <a:br/>
            <a:r>
              <a:t>不上传任何服务器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86000"/>
            <a:ext cx="237744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Noto Sans SC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Noto Sans SC"/>
              </a:defRPr>
            </a:pPr>
            <a:r>
              <a:t>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6616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Noto Sans SC"/>
              </a:defRPr>
            </a:pPr>
            <a:r>
              <a:t>Vite 纯静态构建</a:t>
            </a:r>
            <a:br/>
            <a:r>
              <a:t>Netlify 自动部署</a:t>
            </a:r>
            <a:br/>
            <a:r>
              <a:t>Git push 即上线</a:t>
            </a:r>
            <a:br/>
            <a:r>
              <a:t>自带HTTPS免翻墙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Noto Sans SC"/>
              </a:defRPr>
            </a:pPr>
            <a:r>
              <a:t>09 · 产品路线图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Noto Sans SC"/>
              </a:defRPr>
            </a:pPr>
            <a:r>
              <a:t>迭代方向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23160"/>
            <a:ext cx="36576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SC"/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实时语音打断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AI说话时可直接打断提问，更贴近真实面试节奏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36576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SC"/>
              </a:defRPr>
            </a:pPr>
            <a: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录音回放分析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保存语音录音，AI分析语速、停顿频率、填充词使用量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26280"/>
            <a:ext cx="36576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Noto Sans SC"/>
              </a:defRPr>
            </a:pPr>
            <a: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岗位匹配度评分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粘贴JD后AI评估匹配度，生成针对性练习题目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577840"/>
            <a:ext cx="36576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Noto Sans SC"/>
              </a:defRPr>
            </a:pPr>
            <a:r>
              <a:t>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Noto Sans SC"/>
              </a:defRPr>
            </a:pPr>
            <a:r>
              <a:t>多人面试模拟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Noto Sans SC"/>
              </a:defRPr>
            </a:pPr>
            <a:r>
              <a:t>创始人+HR+技术负责人同时在场，轮流提问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Noto Sans SC"/>
              </a:defRPr>
            </a:pPr>
            <a:r>
              <a:t>用 AI 面试官，把每一次练习变成进步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Noto Sans SC"/>
              </a:defRPr>
            </a:pPr>
            <a:r>
              <a:t>AI PM Coach v1.0  ·  刘美姣 独立设计与开发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Noto Sans SC"/>
              </a:defRPr>
            </a:pPr>
            <a:r>
              <a:t>React · DeepSeek API · Web Speech API · Netlify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8CF8"/>
                </a:solidFill>
                <a:latin typeface="Noto Sans SC"/>
              </a:defRPr>
            </a:pPr>
            <a:r>
              <a:t>github.com/laumj0515-cloud/-stitch-ai-interview-muse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